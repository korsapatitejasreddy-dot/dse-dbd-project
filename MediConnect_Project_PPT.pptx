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14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 (25CS1302E)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MediConnect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&amp; Appointment Booking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46304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 Submission  |  Trimester 4, Y25 2026-2027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Tella Lokesh  •  Tejas Reddy  •  Guru Charan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Khaja Shareef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9055EC-5D7C-D9A8-FD0F-FBEF392A7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794" y="5995534"/>
            <a:ext cx="1567748" cy="7420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MediConnect does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1B2E3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MediConnect is a hospital management and appointment booking system designed to make healthcare services easier to manage for patients, doctors, and hospital staff. It brings core hospital activities — patient registration, doctor management, appointment booking, medical records, prescriptions, billing, and department management — into one unified platform.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35387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2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2920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223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doctors, check availability, and book appointments.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3977640"/>
            <a:ext cx="35387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4251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2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502920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54223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schedules and patient information.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3977640"/>
            <a:ext cx="35387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4251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2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502920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54223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doctors, patients, and view hospital statistics from a dashboard.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7B8A5AC-4607-03CF-59AF-6BCF8856E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794" y="5995534"/>
            <a:ext cx="1567748" cy="742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unified on one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Registration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and manage patient profiles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9856" y="160020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48456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845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24688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Management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29260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specialties, schedules &amp; profiles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91072" y="160020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9672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967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4688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Booking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29260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reschedule, and confirm visits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62288" y="160020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90888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9088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9345168" y="24688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Records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345168" y="29260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secure patient history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5262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Prescriptions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9834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prescriptions tied to visits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19856" y="365760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48456" y="3886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48456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3602736" y="45262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602736" y="49834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track invoices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91072" y="365760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19672" y="3886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19672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30" dirty="0"/>
          </a:p>
        </p:txBody>
      </p:sp>
      <p:sp>
        <p:nvSpPr>
          <p:cNvPr id="37" name="Text 35"/>
          <p:cNvSpPr txBox="1"/>
          <p:nvPr/>
        </p:nvSpPr>
        <p:spPr>
          <a:xfrm>
            <a:off x="6473952" y="45262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Management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473952" y="49834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hospital departments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62288" y="365760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90888" y="3886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90888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430" dirty="0"/>
          </a:p>
        </p:txBody>
      </p:sp>
      <p:sp>
        <p:nvSpPr>
          <p:cNvPr id="42" name="Text 40"/>
          <p:cNvSpPr txBox="1"/>
          <p:nvPr/>
        </p:nvSpPr>
        <p:spPr>
          <a:xfrm>
            <a:off x="9345168" y="45262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345168" y="49834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Hospital-wide statistics at a glance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EBF55C7-DBB2-B729-9C1E-119B85CD1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794" y="6004160"/>
            <a:ext cx="1567748" cy="7420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with a secure backend 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doctor &amp; admin interfaces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27889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34840" y="246888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REST endpoints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27889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structured data storage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6486"/>
            </a:avLst>
          </a:prstGeom>
          <a:solidFill>
            <a:srgbClr val="F4FA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553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growth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9377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built to extend beyond its core scope — with smart appointment scheduling, automated notifications, online payments, AI-assisted healthcare navigation, and support for multiple hospitals on a shared system.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BAF196C-00B5-8700-0C60-58C72A569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794" y="5995534"/>
            <a:ext cx="1567748" cy="742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platforms &amp; tools used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48256" cy="301752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1920240"/>
            <a:ext cx="640080" cy="640080"/>
          </a:xfrm>
          <a:prstGeom prst="ellipse">
            <a:avLst/>
          </a:prstGeom>
          <a:solidFill>
            <a:srgbClr val="023E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5272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2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1488" y="1600200"/>
            <a:ext cx="2048256" cy="301752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65576" y="1920240"/>
            <a:ext cx="640080" cy="640080"/>
          </a:xfrm>
          <a:prstGeom prst="ellipse">
            <a:avLst/>
          </a:prstGeom>
          <a:solidFill>
            <a:srgbClr val="023E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6557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7889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98648" y="320040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</a:p>
        </p:txBody>
      </p:sp>
      <p:sp>
        <p:nvSpPr>
          <p:cNvPr id="14" name="Shape 12"/>
          <p:cNvSpPr/>
          <p:nvPr/>
        </p:nvSpPr>
        <p:spPr>
          <a:xfrm>
            <a:off x="4974336" y="1600200"/>
            <a:ext cx="2048256" cy="301752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78424" y="1920240"/>
            <a:ext cx="640080" cy="640080"/>
          </a:xfrm>
          <a:prstGeom prst="ellipse">
            <a:avLst/>
          </a:prstGeom>
          <a:solidFill>
            <a:srgbClr val="023E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78424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20" dirty="0"/>
          </a:p>
        </p:txBody>
      </p:sp>
      <p:sp>
        <p:nvSpPr>
          <p:cNvPr id="17" name="Text 15"/>
          <p:cNvSpPr txBox="1"/>
          <p:nvPr/>
        </p:nvSpPr>
        <p:spPr>
          <a:xfrm>
            <a:off x="5111496" y="27889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111496" y="320040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87184" y="1600200"/>
            <a:ext cx="2048256" cy="301752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91272" y="1920240"/>
            <a:ext cx="640080" cy="640080"/>
          </a:xfrm>
          <a:prstGeom prst="ellipse">
            <a:avLst/>
          </a:prstGeom>
          <a:solidFill>
            <a:srgbClr val="023E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9127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20" dirty="0"/>
          </a:p>
        </p:txBody>
      </p:sp>
      <p:sp>
        <p:nvSpPr>
          <p:cNvPr id="22" name="Text 20"/>
          <p:cNvSpPr txBox="1"/>
          <p:nvPr/>
        </p:nvSpPr>
        <p:spPr>
          <a:xfrm>
            <a:off x="7324344" y="27889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24344" y="320040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400032" y="1600200"/>
            <a:ext cx="2048256" cy="301752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E3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04120" y="1920240"/>
            <a:ext cx="640080" cy="640080"/>
          </a:xfrm>
          <a:prstGeom prst="ellipse">
            <a:avLst/>
          </a:prstGeom>
          <a:solidFill>
            <a:srgbClr val="023E4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041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⚒</a:t>
            </a:r>
            <a:endParaRPr lang="en-US" sz="1820" dirty="0"/>
          </a:p>
        </p:txBody>
      </p:sp>
      <p:sp>
        <p:nvSpPr>
          <p:cNvPr id="27" name="Text 25"/>
          <p:cNvSpPr txBox="1"/>
          <p:nvPr/>
        </p:nvSpPr>
        <p:spPr>
          <a:xfrm>
            <a:off x="9537192" y="27889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537192" y="320040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GitHub, Postman, VS Code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6CD0C92-713C-2324-B349-291D66FAB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794" y="5995534"/>
            <a:ext cx="1567748" cy="7420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sets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916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hospital management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706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63347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appointment booking easy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71246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57530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patients, doctors, and medical records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appointment conflicts and waiting time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5896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59612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4589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secure and organized database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0397306-B795-35A1-B56E-3FEEF71FB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794" y="5995534"/>
            <a:ext cx="1567748" cy="7420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3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474720" cy="3474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MediConnect — Hospital Management &amp; Appointment Booking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881360" cy="3200400"/>
          </a:xfrm>
          <a:prstGeom prst="roundRect">
            <a:avLst>
              <a:gd name="adj" fmla="val 3429"/>
            </a:avLst>
          </a:prstGeom>
          <a:solidFill>
            <a:srgbClr val="0550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2520090105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Tella Lokesh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Reddy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23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2520090061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Charan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709160"/>
            <a:ext cx="99669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66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Khaja Shareef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Trimester 4, Y25 2026-2027</a:t>
            </a:r>
            <a:endParaRPr lang="en-US" sz="10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536DE4-1B68-5C6B-9CAD-27CB0F0FE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794" y="5995534"/>
            <a:ext cx="1567748" cy="7420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408</Words>
  <Application>Microsoft Office PowerPoint</Application>
  <PresentationFormat>Widescreen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Korsapati Tejas Reddy</cp:lastModifiedBy>
  <cp:revision>3</cp:revision>
  <dcterms:created xsi:type="dcterms:W3CDTF">2026-08-26T03:05:35Z</dcterms:created>
  <dcterms:modified xsi:type="dcterms:W3CDTF">2026-09-28T08:20:01Z</dcterms:modified>
</cp:coreProperties>
</file>